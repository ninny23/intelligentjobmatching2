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097280"/>
            <a:ext cx="3200400" cy="54864"/>
          </a:xfrm>
          <a:prstGeom prst="rect">
            <a:avLst/>
          </a:prstGeom>
          <a:solidFill>
            <a:srgbClr val="00A896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Job Matching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Recruitment Through Rule-Based Reasoning &amp; NLP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18288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474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66011301  Yanin Sae 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66011244  Syril Tuladhar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01286990 Team Software Engineering Project  |  KMITL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0" y="13716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3740" y="1577340"/>
            <a:ext cx="411480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863840" y="18288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860" y="1988820"/>
            <a:ext cx="320040" cy="320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132320" y="25603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697480"/>
            <a:ext cx="274320" cy="2743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955280" y="2834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580" y="29489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Job Matching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463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58877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Seekers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2194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yields irrelevant results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time on poorly matched applications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graduates struggle without experience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0" y="1463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930" y="158877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Employers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029200" y="21945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 of hundreds of resumes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qualifications overlooked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recruitment costs and slow hiring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Job Matching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4358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job seeker profiles: skills, experience, education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9222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employers to manage job postings with skill requirements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4086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candidates using intelligent Prolog-based matching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8950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time and effort for recruitment processes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38144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5156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user-friendly platform for both roles</a:t>
            </a:r>
            <a:endParaRPr lang="en-US" sz="14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986784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5156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rule-based reasoning and NLP for decision-making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Job Matching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15544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</a:rPr>
              <a:t>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51760" y="128016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1280160"/>
            <a:ext cx="18288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15544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6140" y="171450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65176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48056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</a:rPr>
              <a:t>▶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846320" y="128016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1280160"/>
            <a:ext cx="18288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Shape 17"/>
          <p:cNvSpPr/>
          <p:nvPr/>
        </p:nvSpPr>
        <p:spPr>
          <a:xfrm>
            <a:off x="5440680" y="15544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171450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84632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SWI-Prolog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6751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</a:rPr>
              <a:t>▶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7040880" y="128016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040880" y="128016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Shape 22"/>
          <p:cNvSpPr/>
          <p:nvPr/>
        </p:nvSpPr>
        <p:spPr>
          <a:xfrm>
            <a:off x="7635240" y="15544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260" y="1714500"/>
            <a:ext cx="320040" cy="3200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04088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 with dedicated Prolog reasoning engine for intelligent matching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 |  bcrypt  |  spaCy NLP  |  PyMuPDF  |  SQLAlchemy ORM  |  Webpack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Job Matching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291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19, Webpack 5, CSS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SPA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3.11+, Flask 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RESTful API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8.0, SQLAlchemy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spaCy, PyMuPDF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parsing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SWI-Prolog, pyswip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reasoning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PyJWT, bcrypt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 (104), Jest (15)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QA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Git,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Job Matching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188720"/>
            <a:ext cx="73152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3258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1691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email, password, name, skills,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education, experience, phone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188720"/>
            <a:ext cx="73152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Shape 12"/>
          <p:cNvSpPr/>
          <p:nvPr/>
        </p:nvSpPr>
        <p:spPr>
          <a:xfrm>
            <a:off x="4937760" y="13258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17320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937760" y="1691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employer_id (FK),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required_skills, preferred_skills,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(draft/active/archived)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40080" y="292608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2926080"/>
            <a:ext cx="73152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Shape 17"/>
          <p:cNvSpPr/>
          <p:nvPr/>
        </p:nvSpPr>
        <p:spPr>
          <a:xfrm>
            <a:off x="822960" y="30632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54680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2588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22960" y="34290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job_id (FK), user_id (FK),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(pending/shortlisted/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withdrawn)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754880" y="292608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54880" y="2926080"/>
            <a:ext cx="73152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Shape 22"/>
          <p:cNvSpPr/>
          <p:nvPr/>
        </p:nvSpPr>
        <p:spPr>
          <a:xfrm>
            <a:off x="4937760" y="30632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154680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4068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Messages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4937760" y="34290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sender_id, receiver_id,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body, attachment_path,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(boolean)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Matching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(Matched Required / Total Required) × 70  +  (Matched Preferred / Total Preferred) × 30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Extract candidate skills from profile/resume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Retrieve job required &amp; preferred skills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Send to Prolog engine via pyswip bridge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Compute weighted score (0-100 scale)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Return ranked results with skill gap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Prolog Rule (matching.pl)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2468880"/>
            <a:ext cx="3840480" cy="21031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5603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compute_score(Cand, Req, Pref, Score) :-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intersection(Cand, Req, MR),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intersection(Cand, Pref, MP),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length(Req, RLen),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length(MR, MRLen),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RS is (MRLen/RLen) * 70,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length(Pref, PLen),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length(MP, MPLen),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PS is (MPLen/PLen) * 30,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 is RS + PS.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Job Matching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 Parsing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Job Matching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5316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paste text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69164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423160" y="13716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180" y="15316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0312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05740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text extraction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2900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160520" y="13716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15316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4048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Parse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79476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NER + regex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16636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897880" y="13716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153162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Skills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53212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75+ skill dictionary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90372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▶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7635240" y="13716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260" y="153162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1520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Populate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26948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 profile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4008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Extracted Fields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640080" y="35661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(NER)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(regex)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(regex)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(dictionary)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(pattern)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(section)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Features: Job Seeker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Job Matching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2801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40589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188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 &amp; Resume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0" y="11887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profile, upload PDF resume, auto-populate skills via NLP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201168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2011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Job Matching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57600" y="20116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jobs ranked by match score with skill gap analysis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283464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2926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305181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2834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&amp; Track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657600" y="2834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apply, track status (pending/shortlisted/withdrawn)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365760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3874770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Messaging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3657600" y="3657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messaging with employers, file attachments supported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Features: Employer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Job Matching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2801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40589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188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Management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0" y="11887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archive jobs with draft/active/archived lifecycle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201168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2011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Ranking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57600" y="20116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applicants sorted by Prolog-computed match score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283464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2926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305181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2834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Shortlist &amp; Review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657600" y="2834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 candidates, view skill matches and gaps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365760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3874770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Candidates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3657600" y="3657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applicants directly with file attachment support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Messaging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Job Matching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188720"/>
            <a:ext cx="36576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Communication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and employers can message each other when connected through job applications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Attachments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images, PDFs, and documents directly in conversations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834640"/>
            <a:ext cx="36576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017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Access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383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query-parameter fallback for browser-initiated file downloads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34640"/>
            <a:ext cx="36576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017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Thread View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0" y="3383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list with partner info, unread indicators, and chronological message history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10972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of the Intelligent Job Matching Platform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286000" y="35661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Register as Job Seeker &amp; Upload Resume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Browse Jobs with Match Scores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Apply &amp; Track Application Status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Employer Reviews Candidates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Messaging with File Attachments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Job Matching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Job Matching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0604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(pytest)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18872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0372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(Jest)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Coverage by Area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00400"/>
          <a:ext cx="786384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1463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&amp; Password Reset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&amp; Resume Parsing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Matching (API + Prolog)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 &amp; Employer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Messaging &amp; Attachments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Status &amp;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Components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Learned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Job Matching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48590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Learned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201168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Prolog-Python data type conversion needs careful handling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file downloads need JWT query-param fallback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skill dictionary &gt; pure NER for extraction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clarifies requirements and catches issues early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18872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48590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93776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real-time notifications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 with course recommendations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platform integration (LinkedIn)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matching from hiring outcomes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Email-based password reset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840480" y="2468880"/>
            <a:ext cx="146304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0" y="27432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926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github.com/NinnY23/IntelligentJobMatching2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Job Matching</dc:title>
  <dc:subject>PptxGenJS Presentation</dc:subject>
  <dc:creator>Yanin Sae Ma, Syril Tuladhar</dc:creator>
  <cp:lastModifiedBy>Yanin Sae Ma, Syril Tuladhar</cp:lastModifiedBy>
  <cp:revision>1</cp:revision>
  <dcterms:created xsi:type="dcterms:W3CDTF">2026-04-05T05:01:53Z</dcterms:created>
  <dcterms:modified xsi:type="dcterms:W3CDTF">2026-04-05T05:01:53Z</dcterms:modified>
</cp:coreProperties>
</file>